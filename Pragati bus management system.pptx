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8" d="100"/>
          <a:sy n="88" d="100"/>
        </p:scale>
        <p:origin x="49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5863BD-7DB2-458B-973F-3D16BDBD7505}"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7F8B1-AAA8-4887-B0ED-DF4F4F1F0014}" type="slidenum">
              <a:rPr lang="en-US" smtClean="0"/>
              <a:t>‹#›</a:t>
            </a:fld>
            <a:endParaRPr lang="en-US"/>
          </a:p>
        </p:txBody>
      </p:sp>
    </p:spTree>
    <p:extLst>
      <p:ext uri="{BB962C8B-B14F-4D97-AF65-F5344CB8AC3E}">
        <p14:creationId xmlns:p14="http://schemas.microsoft.com/office/powerpoint/2010/main" val="1798904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57F8B1-AAA8-4887-B0ED-DF4F4F1F0014}" type="slidenum">
              <a:rPr lang="en-US" smtClean="0"/>
              <a:t>4</a:t>
            </a:fld>
            <a:endParaRPr lang="en-US"/>
          </a:p>
        </p:txBody>
      </p:sp>
    </p:spTree>
    <p:extLst>
      <p:ext uri="{BB962C8B-B14F-4D97-AF65-F5344CB8AC3E}">
        <p14:creationId xmlns:p14="http://schemas.microsoft.com/office/powerpoint/2010/main" val="3444529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99583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740221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350550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6C41F-C770-4EC4-ABC7-1029115AE550}"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92215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26C41F-C770-4EC4-ABC7-1029115AE550}"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932046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26C41F-C770-4EC4-ABC7-1029115AE550}"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3775416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26C41F-C770-4EC4-ABC7-1029115AE550}"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89726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26C41F-C770-4EC4-ABC7-1029115AE550}"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372256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26C41F-C770-4EC4-ABC7-1029115AE550}"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3148093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2119886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566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05068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81158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582082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830114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26C41F-C770-4EC4-ABC7-1029115AE550}"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018AAA-AEE3-4B0A-8A2F-F522FC17A2C1}" type="slidenum">
              <a:rPr lang="en-US" smtClean="0"/>
              <a:t>‹#›</a:t>
            </a:fld>
            <a:endParaRPr lang="en-US"/>
          </a:p>
        </p:txBody>
      </p:sp>
    </p:spTree>
    <p:extLst>
      <p:ext uri="{BB962C8B-B14F-4D97-AF65-F5344CB8AC3E}">
        <p14:creationId xmlns:p14="http://schemas.microsoft.com/office/powerpoint/2010/main" val="1587580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126C41F-C770-4EC4-ABC7-1029115AE550}" type="datetimeFigureOut">
              <a:rPr lang="en-US" smtClean="0"/>
              <a:t>5/1/2026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43018AAA-AEE3-4B0A-8A2F-F522FC17A2C1}" type="slidenum">
              <a:rPr lang="en-US" smtClean="0"/>
              <a:t>‹#›</a:t>
            </a:fld>
            <a:endParaRPr lang="en-US"/>
          </a:p>
        </p:txBody>
      </p:sp>
    </p:spTree>
    <p:extLst>
      <p:ext uri="{BB962C8B-B14F-4D97-AF65-F5344CB8AC3E}">
        <p14:creationId xmlns:p14="http://schemas.microsoft.com/office/powerpoint/2010/main" val="10362828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698F-171A-FBDE-BBC1-9468F2D88596}"/>
              </a:ext>
            </a:extLst>
          </p:cNvPr>
          <p:cNvSpPr>
            <a:spLocks noGrp="1"/>
          </p:cNvSpPr>
          <p:nvPr>
            <p:ph type="ctrTitle"/>
          </p:nvPr>
        </p:nvSpPr>
        <p:spPr/>
        <p:txBody>
          <a:bodyPr/>
          <a:lstStyle/>
          <a:p>
            <a:r>
              <a:rPr lang="en-US" dirty="0"/>
              <a:t>Pragati bus management system</a:t>
            </a:r>
          </a:p>
        </p:txBody>
      </p:sp>
      <p:sp>
        <p:nvSpPr>
          <p:cNvPr id="3" name="Subtitle 2">
            <a:extLst>
              <a:ext uri="{FF2B5EF4-FFF2-40B4-BE49-F238E27FC236}">
                <a16:creationId xmlns:a16="http://schemas.microsoft.com/office/drawing/2014/main" id="{545997DD-3E4D-7EDE-5A0A-44DEF0FAEF7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09949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86137-3505-2738-6BAF-46DF30F8B712}"/>
              </a:ext>
            </a:extLst>
          </p:cNvPr>
          <p:cNvSpPr>
            <a:spLocks noGrp="1"/>
          </p:cNvSpPr>
          <p:nvPr>
            <p:ph type="title"/>
          </p:nvPr>
        </p:nvSpPr>
        <p:spPr>
          <a:xfrm>
            <a:off x="933062" y="1943376"/>
            <a:ext cx="8686800" cy="434425"/>
          </a:xfrm>
        </p:spPr>
        <p:txBody>
          <a:bodyPr>
            <a:normAutofit fontScale="90000"/>
          </a:bodyPr>
          <a:lstStyle/>
          <a:p>
            <a:r>
              <a:rPr lang="en-US" dirty="0"/>
              <a:t>ABSTRACT</a:t>
            </a:r>
          </a:p>
        </p:txBody>
      </p:sp>
      <p:sp>
        <p:nvSpPr>
          <p:cNvPr id="3" name="Content Placeholder 2">
            <a:extLst>
              <a:ext uri="{FF2B5EF4-FFF2-40B4-BE49-F238E27FC236}">
                <a16:creationId xmlns:a16="http://schemas.microsoft.com/office/drawing/2014/main" id="{E01FD3A3-F225-8B66-9BC1-6FA683DC8AA0}"/>
              </a:ext>
            </a:extLst>
          </p:cNvPr>
          <p:cNvSpPr>
            <a:spLocks noGrp="1"/>
          </p:cNvSpPr>
          <p:nvPr>
            <p:ph idx="1"/>
          </p:nvPr>
        </p:nvSpPr>
        <p:spPr/>
        <p:txBody>
          <a:bodyPr/>
          <a:lstStyle/>
          <a:p>
            <a:pPr marL="0" indent="0">
              <a:buNone/>
            </a:pPr>
            <a:endParaRPr lang="en-US" b="1" dirty="0"/>
          </a:p>
          <a:p>
            <a:r>
              <a:rPr lang="en-US" dirty="0"/>
              <a:t>The Bus Management System is a simple console-based application developed in C to manage bus details efficiently. It allows users to add and display bus records such as bus number, source, destination, and available seats. The system demonstrates the use of structures, functions, and arrays in C programming. This project is useful for understanding basic data handling and menu-driven program design.</a:t>
            </a:r>
          </a:p>
        </p:txBody>
      </p:sp>
    </p:spTree>
    <p:extLst>
      <p:ext uri="{BB962C8B-B14F-4D97-AF65-F5344CB8AC3E}">
        <p14:creationId xmlns:p14="http://schemas.microsoft.com/office/powerpoint/2010/main" val="3568559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5C50-594C-0136-768A-7AD2539C75EF}"/>
              </a:ext>
            </a:extLst>
          </p:cNvPr>
          <p:cNvSpPr>
            <a:spLocks noGrp="1"/>
          </p:cNvSpPr>
          <p:nvPr>
            <p:ph type="title"/>
          </p:nvPr>
        </p:nvSpPr>
        <p:spPr>
          <a:xfrm>
            <a:off x="677334" y="1497772"/>
            <a:ext cx="8051692" cy="805851"/>
          </a:xfrm>
        </p:spPr>
        <p:txBody>
          <a:bodyPr>
            <a:normAutofit/>
          </a:bodyPr>
          <a:lstStyle/>
          <a:p>
            <a:r>
              <a:rPr lang="en-US" dirty="0"/>
              <a:t>INTRODUCTION</a:t>
            </a:r>
          </a:p>
        </p:txBody>
      </p:sp>
      <p:sp>
        <p:nvSpPr>
          <p:cNvPr id="3" name="Content Placeholder 2">
            <a:extLst>
              <a:ext uri="{FF2B5EF4-FFF2-40B4-BE49-F238E27FC236}">
                <a16:creationId xmlns:a16="http://schemas.microsoft.com/office/drawing/2014/main" id="{3E7E6B29-8C77-A870-1D45-7EA1D8DCC84A}"/>
              </a:ext>
            </a:extLst>
          </p:cNvPr>
          <p:cNvSpPr>
            <a:spLocks noGrp="1"/>
          </p:cNvSpPr>
          <p:nvPr>
            <p:ph idx="1"/>
          </p:nvPr>
        </p:nvSpPr>
        <p:spPr/>
        <p:txBody>
          <a:bodyPr/>
          <a:lstStyle/>
          <a:p>
            <a:r>
              <a:rPr lang="en-US"/>
              <a:t>Transportation systems require proper management of buses and their routes. Manual record keeping is time-consuming and error-prone. This project provides a simple digital solution using C programming.</a:t>
            </a:r>
          </a:p>
          <a:p>
            <a:r>
              <a:rPr lang="en-US"/>
              <a:t>The system is designed to:</a:t>
            </a:r>
          </a:p>
          <a:p>
            <a:r>
              <a:rPr lang="en-US"/>
              <a:t>Store bus details </a:t>
            </a:r>
          </a:p>
          <a:p>
            <a:r>
              <a:rPr lang="en-US"/>
              <a:t>Display available buses </a:t>
            </a:r>
          </a:p>
          <a:p>
            <a:r>
              <a:rPr lang="en-US"/>
              <a:t>Provide a structured way of managing data </a:t>
            </a:r>
          </a:p>
          <a:p>
            <a:r>
              <a:rPr lang="en-US"/>
              <a:t>It is a beginner-level implementation of a real-world system.</a:t>
            </a:r>
          </a:p>
        </p:txBody>
      </p:sp>
    </p:spTree>
    <p:extLst>
      <p:ext uri="{BB962C8B-B14F-4D97-AF65-F5344CB8AC3E}">
        <p14:creationId xmlns:p14="http://schemas.microsoft.com/office/powerpoint/2010/main" val="1797578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898D-E6A3-6F30-ECD0-E977FD696EC7}"/>
              </a:ext>
            </a:extLst>
          </p:cNvPr>
          <p:cNvSpPr>
            <a:spLocks noGrp="1"/>
          </p:cNvSpPr>
          <p:nvPr>
            <p:ph type="title"/>
          </p:nvPr>
        </p:nvSpPr>
        <p:spPr>
          <a:xfrm>
            <a:off x="597160" y="2416629"/>
            <a:ext cx="7827756" cy="885371"/>
          </a:xfrm>
        </p:spPr>
        <p:txBody>
          <a:bodyPr>
            <a:normAutofit/>
          </a:bodyPr>
          <a:lstStyle/>
          <a:p>
            <a:r>
              <a:rPr lang="en-US" dirty="0"/>
              <a:t> OBJECTIVES</a:t>
            </a:r>
          </a:p>
        </p:txBody>
      </p:sp>
      <p:sp>
        <p:nvSpPr>
          <p:cNvPr id="4" name="Rectangle 1">
            <a:extLst>
              <a:ext uri="{FF2B5EF4-FFF2-40B4-BE49-F238E27FC236}">
                <a16:creationId xmlns:a16="http://schemas.microsoft.com/office/drawing/2014/main" id="{99DCE9A3-B989-C5E8-7C79-077962BF09B9}"/>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implement a </a:t>
            </a:r>
            <a:r>
              <a:rPr kumimoji="0" lang="en-US" altLang="en-US" sz="1800" b="1" i="0" u="none" strike="noStrike" cap="none" normalizeH="0" baseline="0">
                <a:ln>
                  <a:noFill/>
                </a:ln>
                <a:solidFill>
                  <a:schemeClr val="tx1"/>
                </a:solidFill>
                <a:effectLst/>
                <a:latin typeface="Arial" panose="020B0604020202020204" pitchFamily="34" charset="0"/>
              </a:rPr>
              <a:t>menu-driven program</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understand and use </a:t>
            </a:r>
            <a:r>
              <a:rPr kumimoji="0" lang="en-US" altLang="en-US" sz="1800" b="1" i="0" u="none" strike="noStrike" cap="none" normalizeH="0" baseline="0">
                <a:ln>
                  <a:noFill/>
                </a:ln>
                <a:solidFill>
                  <a:schemeClr val="tx1"/>
                </a:solidFill>
                <a:effectLst/>
                <a:latin typeface="Arial" panose="020B0604020202020204" pitchFamily="34" charset="0"/>
              </a:rPr>
              <a:t>structures in C</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manage data using </a:t>
            </a:r>
            <a:r>
              <a:rPr kumimoji="0" lang="en-US" altLang="en-US" sz="1800" b="1" i="0" u="none" strike="noStrike" cap="none" normalizeH="0" baseline="0">
                <a:ln>
                  <a:noFill/>
                </a:ln>
                <a:solidFill>
                  <a:schemeClr val="tx1"/>
                </a:solidFill>
                <a:effectLst/>
                <a:latin typeface="Arial" panose="020B0604020202020204" pitchFamily="34" charset="0"/>
              </a:rPr>
              <a:t>arrays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perform operations like: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Adding bus details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Displaying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 improve problem-solving and coding skills </a:t>
            </a:r>
          </a:p>
        </p:txBody>
      </p:sp>
    </p:spTree>
    <p:extLst>
      <p:ext uri="{BB962C8B-B14F-4D97-AF65-F5344CB8AC3E}">
        <p14:creationId xmlns:p14="http://schemas.microsoft.com/office/powerpoint/2010/main" val="3734530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8402-33CE-E82F-C164-EA5C229E7143}"/>
              </a:ext>
            </a:extLst>
          </p:cNvPr>
          <p:cNvSpPr>
            <a:spLocks noGrp="1"/>
          </p:cNvSpPr>
          <p:nvPr>
            <p:ph type="title"/>
          </p:nvPr>
        </p:nvSpPr>
        <p:spPr/>
        <p:txBody>
          <a:bodyPr/>
          <a:lstStyle/>
          <a:p>
            <a:r>
              <a:rPr lang="en-US" dirty="0"/>
              <a:t>METHODOLOGY</a:t>
            </a:r>
            <a:br>
              <a:rPr lang="en-US" dirty="0"/>
            </a:br>
            <a:endParaRPr lang="en-US" dirty="0"/>
          </a:p>
        </p:txBody>
      </p:sp>
      <p:sp>
        <p:nvSpPr>
          <p:cNvPr id="3" name="Content Placeholder 2">
            <a:extLst>
              <a:ext uri="{FF2B5EF4-FFF2-40B4-BE49-F238E27FC236}">
                <a16:creationId xmlns:a16="http://schemas.microsoft.com/office/drawing/2014/main" id="{1CF3F01B-3823-D260-204F-CF13D5C00FAB}"/>
              </a:ext>
            </a:extLst>
          </p:cNvPr>
          <p:cNvSpPr>
            <a:spLocks noGrp="1"/>
          </p:cNvSpPr>
          <p:nvPr>
            <p:ph idx="1"/>
          </p:nvPr>
        </p:nvSpPr>
        <p:spPr/>
        <p:txBody>
          <a:bodyPr>
            <a:normAutofit fontScale="32500" lnSpcReduction="20000"/>
          </a:bodyPr>
          <a:lstStyle/>
          <a:p>
            <a:pPr marL="0" indent="0">
              <a:buNone/>
            </a:pPr>
            <a:endParaRPr lang="en-US" b="1" dirty="0"/>
          </a:p>
          <a:p>
            <a:r>
              <a:rPr lang="en-US" dirty="0"/>
              <a:t>The system follows a simple procedural approach:</a:t>
            </a:r>
          </a:p>
          <a:p>
            <a:r>
              <a:rPr lang="en-US" b="1" dirty="0"/>
              <a:t>Data Structure Design</a:t>
            </a:r>
            <a:r>
              <a:rPr lang="en-US" dirty="0"/>
              <a:t> </a:t>
            </a:r>
          </a:p>
          <a:p>
            <a:pPr lvl="1"/>
            <a:r>
              <a:rPr lang="en-US" dirty="0"/>
              <a:t>A struct Bus is created to store: </a:t>
            </a:r>
          </a:p>
          <a:p>
            <a:pPr lvl="2"/>
            <a:r>
              <a:rPr lang="en-US" dirty="0"/>
              <a:t>Bus Number </a:t>
            </a:r>
          </a:p>
          <a:p>
            <a:pPr lvl="2"/>
            <a:r>
              <a:rPr lang="en-US" dirty="0"/>
              <a:t>Source </a:t>
            </a:r>
          </a:p>
          <a:p>
            <a:pPr lvl="2"/>
            <a:r>
              <a:rPr lang="en-US" dirty="0"/>
              <a:t>Destination </a:t>
            </a:r>
          </a:p>
          <a:p>
            <a:pPr lvl="2"/>
            <a:r>
              <a:rPr lang="en-US" dirty="0"/>
              <a:t>Seats </a:t>
            </a:r>
          </a:p>
          <a:p>
            <a:r>
              <a:rPr lang="en-US" b="1" dirty="0"/>
              <a:t>Menu-Driven Approach</a:t>
            </a:r>
            <a:r>
              <a:rPr lang="en-US" dirty="0"/>
              <a:t> </a:t>
            </a:r>
          </a:p>
          <a:p>
            <a:pPr lvl="1"/>
            <a:r>
              <a:rPr lang="en-US" dirty="0"/>
              <a:t>User selects options: </a:t>
            </a:r>
          </a:p>
          <a:p>
            <a:pPr lvl="2"/>
            <a:r>
              <a:rPr lang="en-US" dirty="0"/>
              <a:t>Add Bus </a:t>
            </a:r>
          </a:p>
          <a:p>
            <a:pPr lvl="2"/>
            <a:r>
              <a:rPr lang="en-US" dirty="0"/>
              <a:t>Display Bus </a:t>
            </a:r>
          </a:p>
          <a:p>
            <a:pPr lvl="2"/>
            <a:r>
              <a:rPr lang="en-US" dirty="0"/>
              <a:t>Exit </a:t>
            </a:r>
          </a:p>
          <a:p>
            <a:r>
              <a:rPr lang="en-US" b="1" dirty="0"/>
              <a:t>Functions Used</a:t>
            </a:r>
            <a:r>
              <a:rPr lang="en-US" dirty="0"/>
              <a:t> </a:t>
            </a:r>
          </a:p>
          <a:p>
            <a:pPr lvl="1"/>
            <a:r>
              <a:rPr lang="en-US" dirty="0" err="1"/>
              <a:t>addBus</a:t>
            </a:r>
            <a:r>
              <a:rPr lang="en-US" dirty="0"/>
              <a:t>() → Adds new bus details </a:t>
            </a:r>
          </a:p>
          <a:p>
            <a:pPr lvl="1"/>
            <a:r>
              <a:rPr lang="en-US" dirty="0" err="1"/>
              <a:t>displayBus</a:t>
            </a:r>
            <a:r>
              <a:rPr lang="en-US" dirty="0"/>
              <a:t>() → Displays all records </a:t>
            </a:r>
          </a:p>
          <a:p>
            <a:r>
              <a:rPr lang="en-US" b="1" dirty="0"/>
              <a:t>Data Storage</a:t>
            </a:r>
            <a:r>
              <a:rPr lang="en-US" dirty="0"/>
              <a:t> </a:t>
            </a:r>
          </a:p>
          <a:p>
            <a:pPr lvl="1"/>
            <a:r>
              <a:rPr lang="en-US" dirty="0"/>
              <a:t>Uses an array to store up to 10 bus records </a:t>
            </a:r>
          </a:p>
          <a:p>
            <a:r>
              <a:rPr lang="en-US" b="1" dirty="0"/>
              <a:t>Execution Flow</a:t>
            </a:r>
            <a:r>
              <a:rPr lang="en-US" dirty="0"/>
              <a:t> </a:t>
            </a:r>
          </a:p>
          <a:p>
            <a:pPr lvl="1"/>
            <a:r>
              <a:rPr lang="en-US" dirty="0"/>
              <a:t>Loop runs until user chooses exit </a:t>
            </a:r>
          </a:p>
        </p:txBody>
      </p:sp>
    </p:spTree>
    <p:extLst>
      <p:ext uri="{BB962C8B-B14F-4D97-AF65-F5344CB8AC3E}">
        <p14:creationId xmlns:p14="http://schemas.microsoft.com/office/powerpoint/2010/main" val="38977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776E-0AD0-7785-B335-F31D04BEB9AD}"/>
              </a:ext>
            </a:extLst>
          </p:cNvPr>
          <p:cNvSpPr>
            <a:spLocks noGrp="1"/>
          </p:cNvSpPr>
          <p:nvPr>
            <p:ph type="title"/>
          </p:nvPr>
        </p:nvSpPr>
        <p:spPr/>
        <p:txBody>
          <a:bodyPr/>
          <a:lstStyle/>
          <a:p>
            <a:r>
              <a:rPr lang="en-US" dirty="0"/>
              <a:t>FLOWCHART</a:t>
            </a:r>
          </a:p>
        </p:txBody>
      </p:sp>
      <p:pic>
        <p:nvPicPr>
          <p:cNvPr id="5" name="Content Placeholder 4">
            <a:extLst>
              <a:ext uri="{FF2B5EF4-FFF2-40B4-BE49-F238E27FC236}">
                <a16:creationId xmlns:a16="http://schemas.microsoft.com/office/drawing/2014/main" id="{EEF8C46E-9573-AD0A-8867-6224A06F58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2207" y="2160588"/>
            <a:ext cx="2587624" cy="3881437"/>
          </a:xfrm>
          <a:prstGeom prst="rect">
            <a:avLst/>
          </a:prstGeom>
        </p:spPr>
      </p:pic>
    </p:spTree>
    <p:extLst>
      <p:ext uri="{BB962C8B-B14F-4D97-AF65-F5344CB8AC3E}">
        <p14:creationId xmlns:p14="http://schemas.microsoft.com/office/powerpoint/2010/main" val="29638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093FD-EED3-3502-5372-B687CEB4ADF7}"/>
              </a:ext>
            </a:extLst>
          </p:cNvPr>
          <p:cNvSpPr>
            <a:spLocks noGrp="1"/>
          </p:cNvSpPr>
          <p:nvPr>
            <p:ph type="title"/>
          </p:nvPr>
        </p:nvSpPr>
        <p:spPr/>
        <p:txBody>
          <a:bodyPr/>
          <a:lstStyle/>
          <a:p>
            <a:r>
              <a:rPr lang="en-US" dirty="0"/>
              <a:t>ALGORITHM</a:t>
            </a:r>
            <a:br>
              <a:rPr lang="en-US" dirty="0"/>
            </a:br>
            <a:endParaRPr lang="en-US" dirty="0"/>
          </a:p>
        </p:txBody>
      </p:sp>
      <p:sp>
        <p:nvSpPr>
          <p:cNvPr id="4" name="Rectangle 1">
            <a:extLst>
              <a:ext uri="{FF2B5EF4-FFF2-40B4-BE49-F238E27FC236}">
                <a16:creationId xmlns:a16="http://schemas.microsoft.com/office/drawing/2014/main" id="{E107F6A6-6FB5-40C7-5043-984E5FA3FDD9}"/>
              </a:ext>
            </a:extLst>
          </p:cNvPr>
          <p:cNvSpPr>
            <a:spLocks noGrp="1" noChangeArrowheads="1"/>
          </p:cNvSpPr>
          <p:nvPr>
            <p:ph idx="1"/>
          </p:nvPr>
        </p:nvSpPr>
        <p:spPr bwMode="auto">
          <a:xfrm>
            <a:off x="818606" y="1115981"/>
            <a:ext cx="794221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Start</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Set number of buses </a:t>
            </a:r>
            <a:r>
              <a:rPr kumimoji="0" lang="en-US" altLang="en-US" sz="1000" b="0" i="0" u="none" strike="noStrike" cap="none" normalizeH="0" baseline="0">
                <a:ln>
                  <a:noFill/>
                </a:ln>
                <a:solidFill>
                  <a:schemeClr val="tx1"/>
                </a:solidFill>
                <a:effectLst/>
                <a:latin typeface="Arial Unicode MS"/>
              </a:rPr>
              <a:t>n = 0</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Show menu: </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Add Bus </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a:ln>
                  <a:noFill/>
                </a:ln>
                <a:solidFill>
                  <a:schemeClr val="tx1"/>
                </a:solidFill>
                <a:effectLst/>
                <a:latin typeface="Arial" panose="020B0604020202020204" pitchFamily="34" charset="0"/>
              </a:rPr>
              <a:t>Display Bus </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a:ln>
                  <a:noFill/>
                </a:ln>
                <a:solidFill>
                  <a:schemeClr val="tx1"/>
                </a:solidFill>
                <a:effectLst/>
                <a:latin typeface="Arial" panose="020B0604020202020204" pitchFamily="34" charset="0"/>
              </a:rPr>
              <a:t>Exit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Enter user choice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choice =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Enter bus details (number, source, destination, seats)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in array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Increase </a:t>
            </a:r>
            <a:r>
              <a:rPr kumimoji="0" lang="en-US" altLang="en-US" sz="1000" b="0" i="0" u="none" strike="noStrike" cap="none" normalizeH="0" baseline="0">
                <a:ln>
                  <a:noFill/>
                </a:ln>
                <a:solidFill>
                  <a:schemeClr val="tx1"/>
                </a:solidFill>
                <a:effectLst/>
                <a:latin typeface="Arial Unicode MS"/>
              </a:rPr>
              <a:t>n</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choice = 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no data → print "No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Else → display all bus details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choice = 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program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Otherwise: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Print "Invalid choice"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Repeat steps 3–8 until user selects Exit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End</a:t>
            </a: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992626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F4E7-F38E-0CDF-88AD-B8AC59CA4681}"/>
              </a:ext>
            </a:extLst>
          </p:cNvPr>
          <p:cNvSpPr>
            <a:spLocks noGrp="1"/>
          </p:cNvSpPr>
          <p:nvPr>
            <p:ph type="title"/>
          </p:nvPr>
        </p:nvSpPr>
        <p:spPr/>
        <p:txBody>
          <a:bodyPr/>
          <a:lstStyle/>
          <a:p>
            <a:r>
              <a:rPr lang="en-US" dirty="0"/>
              <a:t>FUTURE SCOPE</a:t>
            </a:r>
          </a:p>
        </p:txBody>
      </p:sp>
      <p:sp>
        <p:nvSpPr>
          <p:cNvPr id="3" name="Content Placeholder 2">
            <a:extLst>
              <a:ext uri="{FF2B5EF4-FFF2-40B4-BE49-F238E27FC236}">
                <a16:creationId xmlns:a16="http://schemas.microsoft.com/office/drawing/2014/main" id="{A415A527-DC30-DF25-EA7E-49A714A550DA}"/>
              </a:ext>
            </a:extLst>
          </p:cNvPr>
          <p:cNvSpPr>
            <a:spLocks noGrp="1"/>
          </p:cNvSpPr>
          <p:nvPr>
            <p:ph idx="1"/>
          </p:nvPr>
        </p:nvSpPr>
        <p:spPr/>
        <p:txBody>
          <a:bodyPr/>
          <a:lstStyle/>
          <a:p>
            <a:r>
              <a:rPr lang="en-US"/>
              <a:t>This project can be improved by adding:</a:t>
            </a:r>
          </a:p>
          <a:p>
            <a:r>
              <a:rPr lang="en-US"/>
              <a:t>✅ Seat booking system </a:t>
            </a:r>
          </a:p>
          <a:p>
            <a:r>
              <a:rPr lang="en-US"/>
              <a:t>✅ Bus search functionality </a:t>
            </a:r>
          </a:p>
          <a:p>
            <a:r>
              <a:rPr lang="en-US"/>
              <a:t>✅ File handling (permanent storage) </a:t>
            </a:r>
          </a:p>
          <a:p>
            <a:r>
              <a:rPr lang="en-US"/>
              <a:t>✅ Login system (admin/user) </a:t>
            </a:r>
          </a:p>
          <a:p>
            <a:r>
              <a:rPr lang="en-US"/>
              <a:t>✅ GUI using advanced languages </a:t>
            </a:r>
          </a:p>
          <a:p>
            <a:r>
              <a:rPr lang="en-US"/>
              <a:t>✅ Database integration (MySQL) </a:t>
            </a:r>
          </a:p>
        </p:txBody>
      </p:sp>
    </p:spTree>
    <p:extLst>
      <p:ext uri="{BB962C8B-B14F-4D97-AF65-F5344CB8AC3E}">
        <p14:creationId xmlns:p14="http://schemas.microsoft.com/office/powerpoint/2010/main" val="2905302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0ED6F-B6DF-1A17-000B-528BD690EAC1}"/>
              </a:ext>
            </a:extLst>
          </p:cNvPr>
          <p:cNvSpPr>
            <a:spLocks noGrp="1"/>
          </p:cNvSpPr>
          <p:nvPr>
            <p:ph type="title"/>
          </p:nvPr>
        </p:nvSpPr>
        <p:spPr/>
        <p:txBody>
          <a:bodyPr/>
          <a:lstStyle/>
          <a:p>
            <a:r>
              <a:rPr lang="en-US" dirty="0"/>
              <a:t> REFERENCES</a:t>
            </a:r>
          </a:p>
        </p:txBody>
      </p:sp>
      <p:sp>
        <p:nvSpPr>
          <p:cNvPr id="4" name="Rectangle 1">
            <a:extLst>
              <a:ext uri="{FF2B5EF4-FFF2-40B4-BE49-F238E27FC236}">
                <a16:creationId xmlns:a16="http://schemas.microsoft.com/office/drawing/2014/main" id="{9CA73DDC-0017-983A-2DEE-5E1908A2F56A}"/>
              </a:ext>
            </a:extLst>
          </p:cNvPr>
          <p:cNvSpPr>
            <a:spLocks noGrp="1" noChangeArrowheads="1"/>
          </p:cNvSpPr>
          <p:nvPr>
            <p:ph idx="1"/>
          </p:nvPr>
        </p:nvSpPr>
        <p:spPr bwMode="auto">
          <a:xfrm>
            <a:off x="844732" y="1567915"/>
            <a:ext cx="901274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 Programming by Dennis Ritchie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Let Us C by Yashavant Kanetkar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GeeksforGeeks</a:t>
            </a:r>
            <a:r>
              <a:rPr kumimoji="0" lang="en-US" altLang="en-US" sz="1800" b="0" i="0" u="none" strike="noStrike" cap="none" normalizeH="0" baseline="0" dirty="0">
                <a:ln>
                  <a:noFill/>
                </a:ln>
                <a:solidFill>
                  <a:schemeClr val="tx1"/>
                </a:solidFill>
                <a:effectLst/>
                <a:latin typeface="Arial" panose="020B0604020202020204" pitchFamily="34" charset="0"/>
              </a:rPr>
              <a:t> (C Programming Concepts)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TutorialsPoint</a:t>
            </a:r>
            <a:r>
              <a:rPr kumimoji="0" lang="en-US" altLang="en-US" sz="1800" b="0" i="0" u="none" strike="noStrike" cap="none" normalizeH="0" baseline="0" dirty="0">
                <a:ln>
                  <a:noFill/>
                </a:ln>
                <a:solidFill>
                  <a:schemeClr val="tx1"/>
                </a:solidFill>
                <a:effectLst/>
                <a:latin typeface="Arial" panose="020B0604020202020204" pitchFamily="34" charset="0"/>
              </a:rPr>
              <a:t> (C Structures &amp; Functions) </a:t>
            </a:r>
          </a:p>
        </p:txBody>
      </p:sp>
    </p:spTree>
    <p:extLst>
      <p:ext uri="{BB962C8B-B14F-4D97-AF65-F5344CB8AC3E}">
        <p14:creationId xmlns:p14="http://schemas.microsoft.com/office/powerpoint/2010/main" val="29991976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TotalTime>
  <Words>399</Words>
  <Application>Microsoft Office PowerPoint</Application>
  <PresentationFormat>Widescreen</PresentationFormat>
  <Paragraphs>78</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Unicode MS</vt:lpstr>
      <vt:lpstr>Calibri</vt:lpstr>
      <vt:lpstr>Trebuchet MS</vt:lpstr>
      <vt:lpstr>Wingdings 3</vt:lpstr>
      <vt:lpstr>Facet</vt:lpstr>
      <vt:lpstr>Pragati bus management system</vt:lpstr>
      <vt:lpstr>ABSTRACT</vt:lpstr>
      <vt:lpstr>INTRODUCTION</vt:lpstr>
      <vt:lpstr> OBJECTIVES</vt:lpstr>
      <vt:lpstr>METHODOLOGY </vt:lpstr>
      <vt:lpstr>FLOWCHART</vt:lpstr>
      <vt:lpstr>ALGORITHM </vt:lpstr>
      <vt:lpstr>FUTURE SCOPE</vt:lpstr>
      <vt:lpstr>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cp:revision>
  <dcterms:created xsi:type="dcterms:W3CDTF">2026-05-01T14:45:59Z</dcterms:created>
  <dcterms:modified xsi:type="dcterms:W3CDTF">2026-05-01T14:56:34Z</dcterms:modified>
</cp:coreProperties>
</file>